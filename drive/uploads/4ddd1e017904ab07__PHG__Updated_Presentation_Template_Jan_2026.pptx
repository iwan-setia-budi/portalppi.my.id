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22E7-73B8-52F2-DA29-EC79F7DEB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8497E-12A4-9B78-1A46-58293346D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74B-62B5-28DD-7F80-7D489BDD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6A02D-DC6E-B7CB-9F3A-ECA0F719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11D90-7D32-62F1-AEBC-D11C48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217C-16BF-AFC5-DC4F-AFBD0732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49FD-7325-2D4A-8FFD-14DC4C7F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7985C-344B-F9E8-091F-DF194ABD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E64F9-4D1A-0B4F-687F-6EF92012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56D4-BF9E-B191-1F89-62311FC6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8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FE5E-CC5A-2849-1F33-6A5650C0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48DBC-0A90-F24A-6546-41C11D377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F834-753B-852C-B645-935C7E61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368E-7B96-EDB4-9ABE-92411850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6A8CF-1F8A-533B-CF2A-49F7A044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8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756D-9093-1773-8D46-69547A8A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E251-E60C-FF3B-CCD6-5226C52F7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B8A1-F6ED-3887-E201-FCCEEEBED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92DBA-271F-3054-DF16-89EDD1BE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E2C73-C394-255F-26E8-047FD814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4B67D-3AB7-811D-3A05-2CB72018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3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7F76-A671-719D-9F22-5685D986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08ECE-234D-FE67-F8DD-51053CF9F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DFD90-A43F-8B7E-CDE3-A742A6EB4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3822C-2A92-1D28-9DD2-FEDE2DBF0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AB185-2EC9-DE34-16B3-4ADD00F4E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7164-E8FD-5316-41B7-DABBEF0B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C6818-300B-CC73-086A-B3C99AAB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333BAD-6B10-CB0D-25C2-F67B4433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9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97B4-ABEE-A96F-B6DA-2B7C6430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96CE7-A2A0-B7E0-537A-45F925B1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E7E48-0D27-C9F0-0B30-2D48AA4C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D6195-DBE9-1475-C850-B3307A23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2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28B24-F5C7-7F74-8B36-1F7B6EF3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01BFF-D6B9-C8B3-6C2E-CB00F963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9B6FE-F5A4-A83D-AB5E-4169B58B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CFAF-2207-DFEB-BE89-5A6B0E71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94B7E-36E6-AC07-2E09-CE5DE8752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48B43-7A59-DB97-696A-CEC9FA5BC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63DBA-DCBB-CC6D-A01B-C0D2D879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4E5F9-EAB8-716A-44D0-8FC683F3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A48C4-09F2-8331-3CA7-3F2FF5AE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1D2F-132C-D7DA-4018-5844CC1F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47F7A-2437-286C-3AA6-9E2B1EAED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9982-871A-79D9-7E20-6079C95DE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B37C1-AE95-B839-3838-28256907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83A01-F6A8-B5A3-CD08-C62CFF24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0EC21-C79D-99C4-0FDA-D9CEF5E5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0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2D67E-9AFF-2627-51A7-5E923C88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55B0C-6389-BDD1-1B73-6CAED4F80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7D79B-A393-F409-55FD-A41A36BE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47830-495B-12D1-9813-30AC940E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C340-7D00-6C60-5B75-A2379479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0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B3113-E3C1-6A5C-AB63-80EAA8171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5C077-8DEC-C16A-0771-94CE9A791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497C9-25FB-A302-8AEF-945BAD41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CBAA-9A8E-2491-5E19-9683B8C3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B0C48-766F-FB5B-D118-5F78BD13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8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3D97F-9231-DD53-006D-7EE16E29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C8F0D-80DE-4B00-C02A-1EC31D11B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3DEA6-3836-3C88-8380-C1E933EDB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BF1BC-D38A-8D4F-8CC9-9A8E958C93D7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56DB6-2D83-B5DC-C49E-CBDDE1F4A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1026-AB32-AD3C-65B4-D080B699A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3C884-C377-8A48-BDF3-1BBA33F3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background with text&#10;&#10;Description automatically generated">
            <a:extLst>
              <a:ext uri="{FF2B5EF4-FFF2-40B4-BE49-F238E27FC236}">
                <a16:creationId xmlns:a16="http://schemas.microsoft.com/office/drawing/2014/main" id="{01D34FCE-45A5-A864-2D07-2084EC4CBA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30653E-F4E2-AAC3-D57A-B54E52421858}"/>
              </a:ext>
            </a:extLst>
          </p:cNvPr>
          <p:cNvSpPr txBox="1"/>
          <p:nvPr/>
        </p:nvSpPr>
        <p:spPr>
          <a:xfrm>
            <a:off x="848299" y="3786173"/>
            <a:ext cx="7337234" cy="643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4000" b="1" dirty="0" err="1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US" sz="4000" b="1" dirty="0">
              <a:solidFill>
                <a:srgbClr val="0052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9E4815-1DA2-307F-CD94-4C5FA73B3E74}"/>
              </a:ext>
            </a:extLst>
          </p:cNvPr>
          <p:cNvSpPr txBox="1"/>
          <p:nvPr/>
        </p:nvSpPr>
        <p:spPr>
          <a:xfrm>
            <a:off x="848299" y="4557877"/>
            <a:ext cx="8890612" cy="43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endParaRPr lang="en-US" sz="2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4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D8B98EB6-5DC9-B685-0508-F632E49EFD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1D2B3A-7592-42CF-790A-B01C285F8B70}"/>
              </a:ext>
            </a:extLst>
          </p:cNvPr>
          <p:cNvSpPr txBox="1"/>
          <p:nvPr/>
        </p:nvSpPr>
        <p:spPr>
          <a:xfrm>
            <a:off x="848299" y="3786173"/>
            <a:ext cx="7337234" cy="643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4000" b="1" dirty="0" err="1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US" sz="4000" b="1" dirty="0">
              <a:solidFill>
                <a:srgbClr val="0052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32160-7046-3AF7-99BF-BC7D44158BC6}"/>
              </a:ext>
            </a:extLst>
          </p:cNvPr>
          <p:cNvSpPr txBox="1"/>
          <p:nvPr/>
        </p:nvSpPr>
        <p:spPr>
          <a:xfrm>
            <a:off x="848299" y="4557877"/>
            <a:ext cx="8890612" cy="43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D" sz="2500" b="1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500" b="1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endParaRPr lang="en-US" sz="2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9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99E1B95F-5D14-934E-A7C3-E073C6FC0F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3DF9E6-486E-5DC2-2412-5F060B2BF923}"/>
              </a:ext>
            </a:extLst>
          </p:cNvPr>
          <p:cNvSpPr txBox="1"/>
          <p:nvPr/>
        </p:nvSpPr>
        <p:spPr>
          <a:xfrm>
            <a:off x="848299" y="271793"/>
            <a:ext cx="73372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2600" b="1" dirty="0" err="1">
                <a:solidFill>
                  <a:srgbClr val="0052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endParaRPr lang="en-US" sz="2600" b="1" dirty="0">
              <a:solidFill>
                <a:srgbClr val="0052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B924C-4D4F-3CC5-91BB-3D2C7DDDC5C9}"/>
              </a:ext>
            </a:extLst>
          </p:cNvPr>
          <p:cNvSpPr txBox="1"/>
          <p:nvPr/>
        </p:nvSpPr>
        <p:spPr>
          <a:xfrm>
            <a:off x="848299" y="697475"/>
            <a:ext cx="889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A9CD4-FA3B-5F17-E383-2220260ABE4A}"/>
              </a:ext>
            </a:extLst>
          </p:cNvPr>
          <p:cNvSpPr txBox="1"/>
          <p:nvPr/>
        </p:nvSpPr>
        <p:spPr>
          <a:xfrm>
            <a:off x="859316" y="1553378"/>
            <a:ext cx="586097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Fusce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magna 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interdum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Vivamus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urna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blandit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at,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D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Phasellus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dapibus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porta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vehicula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ligula ac ipsum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ac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augue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maximus.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Phasellus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turpis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libero,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magna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iaculis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facilisis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eros.</a:t>
            </a:r>
          </a:p>
          <a:p>
            <a:endParaRPr lang="en-ID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tempus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iaculis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porta non. Aenean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justo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pharetra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facilisis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magna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ligula.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interdum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turpis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dignissim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placerat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pharetra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tortor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D" sz="160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01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thank you card&#10;&#10;Description automatically generated">
            <a:extLst>
              <a:ext uri="{FF2B5EF4-FFF2-40B4-BE49-F238E27FC236}">
                <a16:creationId xmlns:a16="http://schemas.microsoft.com/office/drawing/2014/main" id="{E199D70E-D880-834F-0621-86D818C720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4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148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Nike Andriana</dc:creator>
  <cp:lastModifiedBy>Nike Andriana</cp:lastModifiedBy>
  <cp:revision>1</cp:revision>
  <dcterms:created xsi:type="dcterms:W3CDTF">2026-01-13T08:37:32Z</dcterms:created>
  <dcterms:modified xsi:type="dcterms:W3CDTF">2026-01-13T08:49:26Z</dcterms:modified>
</cp:coreProperties>
</file>