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png" ContentType="image/pn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8102600" cy="4559300"/>
  <p:notesSz cx="8102600" cy="45593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5534" y="396081"/>
            <a:ext cx="2743835" cy="335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4D4D4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215390" y="2553208"/>
            <a:ext cx="5671820" cy="1139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4D4D4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4D4D4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05130" y="1048639"/>
            <a:ext cx="3524631" cy="3009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172839" y="1048639"/>
            <a:ext cx="3524631" cy="3009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300" y="1790700"/>
            <a:ext cx="7734300" cy="27686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91200" y="1422400"/>
            <a:ext cx="2311400" cy="3429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0" i="0">
                <a:solidFill>
                  <a:srgbClr val="4D4D4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0121" y="780785"/>
            <a:ext cx="5732145" cy="981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0" i="0">
                <a:solidFill>
                  <a:srgbClr val="4D4D4D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5130" y="1048639"/>
            <a:ext cx="7292340" cy="30091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754884" y="4240149"/>
            <a:ext cx="2592832" cy="227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05130" y="4240149"/>
            <a:ext cx="1863598" cy="227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833872" y="4240149"/>
            <a:ext cx="1863598" cy="227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jpg"/><Relationship Id="rId9" Type="http://schemas.openxmlformats.org/officeDocument/2006/relationships/image" Target="../media/image17.png"/><Relationship Id="rId10" Type="http://schemas.openxmlformats.org/officeDocument/2006/relationships/image" Target="../media/image18.jpg"/><Relationship Id="rId11" Type="http://schemas.openxmlformats.org/officeDocument/2006/relationships/image" Target="../media/image19.png"/><Relationship Id="rId12" Type="http://schemas.openxmlformats.org/officeDocument/2006/relationships/image" Target="../media/image20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2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02600" cy="4559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700" y="1917700"/>
            <a:ext cx="7200900" cy="26162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254">
                <a:solidFill>
                  <a:srgbClr val="07425D"/>
                </a:solidFill>
                <a:latin typeface="Calibri"/>
                <a:cs typeface="Calibri"/>
              </a:rPr>
              <a:t>Regulasi</a:t>
            </a:r>
            <a:r>
              <a:rPr dirty="0" sz="2000" spc="180">
                <a:solidFill>
                  <a:srgbClr val="07425D"/>
                </a:solidFill>
                <a:latin typeface="Calibri"/>
                <a:cs typeface="Calibri"/>
              </a:rPr>
              <a:t> </a:t>
            </a:r>
            <a:r>
              <a:rPr dirty="0" sz="2000" spc="210">
                <a:solidFill>
                  <a:srgbClr val="00364F"/>
                </a:solidFill>
                <a:latin typeface="Calibri"/>
                <a:cs typeface="Calibri"/>
              </a:rPr>
              <a:t>Pernapasan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6545" y="1545960"/>
            <a:ext cx="6183630" cy="3194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41705" algn="l"/>
                <a:tab pos="2199005" algn="l"/>
                <a:tab pos="3430904" algn="l"/>
                <a:tab pos="4205605" algn="l"/>
                <a:tab pos="4943475" algn="l"/>
                <a:tab pos="5541010" algn="l"/>
              </a:tabLst>
            </a:pPr>
            <a:r>
              <a:rPr dirty="0" sz="1900" spc="-10">
                <a:solidFill>
                  <a:srgbClr val="00151F"/>
                </a:solidFill>
                <a:latin typeface="Calibri"/>
                <a:cs typeface="Calibri"/>
              </a:rPr>
              <a:t>Regulasi</a:t>
            </a:r>
            <a:r>
              <a:rPr dirty="0" sz="1900">
                <a:solidFill>
                  <a:srgbClr val="00151F"/>
                </a:solidFill>
                <a:latin typeface="Calibri"/>
                <a:cs typeface="Calibri"/>
              </a:rPr>
              <a:t>	</a:t>
            </a:r>
            <a:r>
              <a:rPr dirty="0" sz="1900" spc="-10">
                <a:solidFill>
                  <a:srgbClr val="568597"/>
                </a:solidFill>
                <a:latin typeface="Calibri"/>
                <a:cs typeface="Calibri"/>
              </a:rPr>
              <a:t>pernapasan</a:t>
            </a:r>
            <a:r>
              <a:rPr dirty="0" sz="1900">
                <a:solidFill>
                  <a:srgbClr val="568597"/>
                </a:solidFill>
                <a:latin typeface="Calibri"/>
                <a:cs typeface="Calibri"/>
              </a:rPr>
              <a:t>	</a:t>
            </a:r>
            <a:r>
              <a:rPr dirty="0" sz="1900" spc="-10">
                <a:solidFill>
                  <a:srgbClr val="2A606D"/>
                </a:solidFill>
                <a:latin typeface="Calibri"/>
                <a:cs typeface="Calibri"/>
              </a:rPr>
              <a:t>merupakan</a:t>
            </a:r>
            <a:r>
              <a:rPr dirty="0" sz="1900">
                <a:solidFill>
                  <a:srgbClr val="2A606D"/>
                </a:solidFill>
                <a:latin typeface="Calibri"/>
                <a:cs typeface="Calibri"/>
              </a:rPr>
              <a:t>	</a:t>
            </a:r>
            <a:r>
              <a:rPr dirty="0" sz="1900" spc="-10">
                <a:solidFill>
                  <a:srgbClr val="000813"/>
                </a:solidFill>
                <a:latin typeface="Calibri"/>
                <a:cs typeface="Calibri"/>
              </a:rPr>
              <a:t>proses</a:t>
            </a:r>
            <a:r>
              <a:rPr dirty="0" sz="1900">
                <a:solidFill>
                  <a:srgbClr val="000813"/>
                </a:solidFill>
                <a:latin typeface="Calibri"/>
                <a:cs typeface="Calibri"/>
              </a:rPr>
              <a:t>	</a:t>
            </a:r>
            <a:r>
              <a:rPr dirty="0" sz="1900" spc="-10">
                <a:solidFill>
                  <a:srgbClr val="001628"/>
                </a:solidFill>
                <a:latin typeface="Calibri"/>
                <a:cs typeface="Calibri"/>
              </a:rPr>
              <a:t>ritmik</a:t>
            </a:r>
            <a:r>
              <a:rPr dirty="0" sz="1900">
                <a:solidFill>
                  <a:srgbClr val="001628"/>
                </a:solidFill>
                <a:latin typeface="Calibri"/>
                <a:cs typeface="Calibri"/>
              </a:rPr>
              <a:t>	</a:t>
            </a:r>
            <a:r>
              <a:rPr dirty="0" sz="1900" spc="-20">
                <a:solidFill>
                  <a:srgbClr val="001624"/>
                </a:solidFill>
                <a:latin typeface="Calibri"/>
                <a:cs typeface="Calibri"/>
              </a:rPr>
              <a:t>yang</a:t>
            </a:r>
            <a:r>
              <a:rPr dirty="0" sz="1900">
                <a:solidFill>
                  <a:srgbClr val="001624"/>
                </a:solidFill>
                <a:latin typeface="Calibri"/>
                <a:cs typeface="Calibri"/>
              </a:rPr>
              <a:t>	</a:t>
            </a:r>
            <a:r>
              <a:rPr dirty="0" sz="1900" spc="-10">
                <a:solidFill>
                  <a:srgbClr val="000A1F"/>
                </a:solidFill>
                <a:latin typeface="Calibri"/>
                <a:cs typeface="Calibri"/>
              </a:rPr>
              <a:t>terjadi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600" y="1968500"/>
            <a:ext cx="7366000" cy="256540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749300" y="1801812"/>
            <a:ext cx="206375" cy="0"/>
          </a:xfrm>
          <a:custGeom>
            <a:avLst/>
            <a:gdLst/>
            <a:ahLst/>
            <a:cxnLst/>
            <a:rect l="l" t="t" r="r" b="b"/>
            <a:pathLst>
              <a:path w="206375" h="0">
                <a:moveTo>
                  <a:pt x="0" y="0"/>
                </a:moveTo>
                <a:lnTo>
                  <a:pt x="206375" y="0"/>
                </a:lnTo>
              </a:path>
            </a:pathLst>
          </a:custGeom>
          <a:ln w="28575">
            <a:solidFill>
              <a:srgbClr val="133F57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749300" y="1597025"/>
            <a:ext cx="206375" cy="219075"/>
            <a:chOff x="749300" y="1597025"/>
            <a:chExt cx="206375" cy="219075"/>
          </a:xfrm>
        </p:grpSpPr>
        <p:sp>
          <p:nvSpPr>
            <p:cNvPr id="5" name="object 5" descr=""/>
            <p:cNvSpPr/>
            <p:nvPr/>
          </p:nvSpPr>
          <p:spPr>
            <a:xfrm>
              <a:off x="749300" y="1597025"/>
              <a:ext cx="206375" cy="219075"/>
            </a:xfrm>
            <a:custGeom>
              <a:avLst/>
              <a:gdLst/>
              <a:ahLst/>
              <a:cxnLst/>
              <a:rect l="l" t="t" r="r" b="b"/>
              <a:pathLst>
                <a:path w="206375" h="219075">
                  <a:moveTo>
                    <a:pt x="0" y="14287"/>
                  </a:moveTo>
                  <a:lnTo>
                    <a:pt x="206375" y="14287"/>
                  </a:lnTo>
                </a:path>
                <a:path w="206375" h="219075">
                  <a:moveTo>
                    <a:pt x="14287" y="219075"/>
                  </a:moveTo>
                  <a:lnTo>
                    <a:pt x="14287" y="0"/>
                  </a:lnTo>
                </a:path>
              </a:pathLst>
            </a:custGeom>
            <a:ln w="28575">
              <a:solidFill>
                <a:srgbClr val="133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41387" y="1597025"/>
              <a:ext cx="0" cy="219075"/>
            </a:xfrm>
            <a:custGeom>
              <a:avLst/>
              <a:gdLst/>
              <a:ahLst/>
              <a:cxnLst/>
              <a:rect l="l" t="t" r="r" b="b"/>
              <a:pathLst>
                <a:path w="0" h="219075">
                  <a:moveTo>
                    <a:pt x="0" y="219075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133F5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5562600" y="723900"/>
            <a:ext cx="2540000" cy="1219200"/>
            <a:chOff x="5562600" y="723900"/>
            <a:chExt cx="2540000" cy="1219200"/>
          </a:xfrm>
        </p:grpSpPr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5200" y="723900"/>
              <a:ext cx="660400" cy="9779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62600" y="1524000"/>
              <a:ext cx="2540000" cy="4191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-15349" y="349249"/>
            <a:ext cx="741299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4585" algn="l"/>
                <a:tab pos="2470785" algn="l"/>
                <a:tab pos="3007360" algn="l"/>
                <a:tab pos="3778885" algn="l"/>
                <a:tab pos="4588510" algn="l"/>
              </a:tabLst>
            </a:pPr>
            <a:r>
              <a:rPr dirty="0" sz="2500" spc="295">
                <a:solidFill>
                  <a:srgbClr val="8CE1FD"/>
                </a:solidFill>
                <a:latin typeface="Arial MT"/>
                <a:cs typeface="Arial MT"/>
              </a:rPr>
              <a:t>OAda</a:t>
            </a:r>
            <a:r>
              <a:rPr dirty="0" sz="2500">
                <a:solidFill>
                  <a:srgbClr val="8CE1FD"/>
                </a:solidFill>
                <a:latin typeface="Arial MT"/>
                <a:cs typeface="Arial MT"/>
              </a:rPr>
              <a:t>	</a:t>
            </a:r>
            <a:r>
              <a:rPr dirty="0" sz="2500" spc="-10">
                <a:solidFill>
                  <a:srgbClr val="073D54"/>
                </a:solidFill>
                <a:latin typeface="Arial MT"/>
                <a:cs typeface="Arial MT"/>
              </a:rPr>
              <a:t>beberapa</a:t>
            </a:r>
            <a:r>
              <a:rPr dirty="0" sz="2500">
                <a:solidFill>
                  <a:srgbClr val="073D54"/>
                </a:solidFill>
                <a:latin typeface="Arial MT"/>
                <a:cs typeface="Arial MT"/>
              </a:rPr>
              <a:t>	</a:t>
            </a:r>
            <a:r>
              <a:rPr dirty="0" sz="2500" spc="-25">
                <a:solidFill>
                  <a:srgbClr val="155466"/>
                </a:solidFill>
                <a:latin typeface="Arial MT"/>
                <a:cs typeface="Arial MT"/>
              </a:rPr>
              <a:t>hal</a:t>
            </a:r>
            <a:r>
              <a:rPr dirty="0" sz="2500">
                <a:solidFill>
                  <a:srgbClr val="155466"/>
                </a:solidFill>
                <a:latin typeface="Arial MT"/>
                <a:cs typeface="Arial MT"/>
              </a:rPr>
              <a:t>	</a:t>
            </a:r>
            <a:r>
              <a:rPr dirty="0" sz="2500" spc="-20">
                <a:solidFill>
                  <a:srgbClr val="0A3D59"/>
                </a:solidFill>
                <a:latin typeface="Arial MT"/>
                <a:cs typeface="Arial MT"/>
              </a:rPr>
              <a:t>yang</a:t>
            </a:r>
            <a:r>
              <a:rPr dirty="0" sz="2500">
                <a:solidFill>
                  <a:srgbClr val="0A3D59"/>
                </a:solidFill>
                <a:latin typeface="Arial MT"/>
                <a:cs typeface="Arial MT"/>
              </a:rPr>
              <a:t>	</a:t>
            </a:r>
            <a:r>
              <a:rPr dirty="0" sz="2500" spc="-10">
                <a:solidFill>
                  <a:srgbClr val="003D54"/>
                </a:solidFill>
                <a:latin typeface="Arial MT"/>
                <a:cs typeface="Arial MT"/>
              </a:rPr>
              <a:t>perlu</a:t>
            </a:r>
            <a:r>
              <a:rPr dirty="0" sz="2500">
                <a:solidFill>
                  <a:srgbClr val="003D54"/>
                </a:solidFill>
                <a:latin typeface="Arial MT"/>
                <a:cs typeface="Arial MT"/>
              </a:rPr>
              <a:t>	</a:t>
            </a:r>
            <a:r>
              <a:rPr dirty="0" sz="2500" spc="-20">
                <a:solidFill>
                  <a:srgbClr val="1A4D69"/>
                </a:solidFill>
                <a:latin typeface="Arial MT"/>
                <a:cs typeface="Arial MT"/>
              </a:rPr>
              <a:t>diatur</a:t>
            </a:r>
            <a:r>
              <a:rPr dirty="0" sz="2500" spc="20">
                <a:solidFill>
                  <a:srgbClr val="1A4D69"/>
                </a:solidFill>
                <a:latin typeface="Arial MT"/>
                <a:cs typeface="Arial MT"/>
              </a:rPr>
              <a:t> </a:t>
            </a:r>
            <a:r>
              <a:rPr dirty="0" sz="2500" spc="-80">
                <a:solidFill>
                  <a:srgbClr val="95DFFD"/>
                </a:solidFill>
                <a:latin typeface="Arial MT"/>
                <a:cs typeface="Arial MT"/>
              </a:rPr>
              <a:t>’dalgmsyatem‹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36705" y="673364"/>
            <a:ext cx="4004310" cy="12687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25">
                <a:solidFill>
                  <a:srgbClr val="15506D"/>
                </a:solidFill>
                <a:latin typeface="Arial MT"/>
                <a:cs typeface="Arial MT"/>
              </a:rPr>
              <a:t>pernapasan,</a:t>
            </a:r>
            <a:r>
              <a:rPr dirty="0" sz="2450" spc="85">
                <a:solidFill>
                  <a:srgbClr val="15506D"/>
                </a:solidFill>
                <a:latin typeface="Arial MT"/>
                <a:cs typeface="Arial MT"/>
              </a:rPr>
              <a:t> </a:t>
            </a:r>
            <a:r>
              <a:rPr dirty="0" sz="2450" spc="-55">
                <a:solidFill>
                  <a:srgbClr val="134B64"/>
                </a:solidFill>
                <a:latin typeface="Arial MT"/>
                <a:cs typeface="Arial MT"/>
              </a:rPr>
              <a:t>hal</a:t>
            </a:r>
            <a:r>
              <a:rPr dirty="0" sz="2450" spc="-229">
                <a:solidFill>
                  <a:srgbClr val="134B64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114660"/>
                </a:solidFill>
                <a:latin typeface="Arial MT"/>
                <a:cs typeface="Arial MT"/>
              </a:rPr>
              <a:t>itu</a:t>
            </a:r>
            <a:r>
              <a:rPr dirty="0" sz="2450" spc="-170">
                <a:solidFill>
                  <a:srgbClr val="114660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0A3D59"/>
                </a:solidFill>
                <a:latin typeface="Arial MT"/>
                <a:cs typeface="Arial MT"/>
              </a:rPr>
              <a:t>mellputi:</a:t>
            </a:r>
            <a:endParaRPr sz="24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2450">
              <a:latin typeface="Arial MT"/>
              <a:cs typeface="Arial MT"/>
            </a:endParaRPr>
          </a:p>
          <a:p>
            <a:pPr algn="ctr" marL="527685">
              <a:lnSpc>
                <a:spcPct val="100000"/>
              </a:lnSpc>
            </a:pPr>
            <a:r>
              <a:rPr dirty="0" sz="2150">
                <a:solidFill>
                  <a:srgbClr val="001A34"/>
                </a:solidFill>
                <a:latin typeface="Arial MT"/>
                <a:cs typeface="Arial MT"/>
              </a:rPr>
              <a:t>Irama</a:t>
            </a:r>
            <a:r>
              <a:rPr dirty="0" sz="2150" spc="-80">
                <a:solidFill>
                  <a:srgbClr val="001A34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002134"/>
                </a:solidFill>
                <a:latin typeface="Arial MT"/>
                <a:cs typeface="Arial MT"/>
              </a:rPr>
              <a:t>Inspırasi</a:t>
            </a:r>
            <a:r>
              <a:rPr dirty="0" sz="2150" spc="-45">
                <a:solidFill>
                  <a:srgbClr val="002134"/>
                </a:solidFill>
                <a:latin typeface="Arial MT"/>
                <a:cs typeface="Arial MT"/>
              </a:rPr>
              <a:t> </a:t>
            </a:r>
            <a:r>
              <a:rPr dirty="0" sz="2150">
                <a:solidFill>
                  <a:srgbClr val="001826"/>
                </a:solidFill>
                <a:latin typeface="Arial MT"/>
                <a:cs typeface="Arial MT"/>
              </a:rPr>
              <a:t>dan</a:t>
            </a:r>
            <a:r>
              <a:rPr dirty="0" sz="2150" spc="-150">
                <a:solidFill>
                  <a:srgbClr val="001826"/>
                </a:solidFill>
                <a:latin typeface="Arial MT"/>
                <a:cs typeface="Arial MT"/>
              </a:rPr>
              <a:t> </a:t>
            </a:r>
            <a:r>
              <a:rPr dirty="0" sz="2150" spc="-10">
                <a:solidFill>
                  <a:srgbClr val="000C23"/>
                </a:solidFill>
                <a:latin typeface="Arial MT"/>
                <a:cs typeface="Arial MT"/>
              </a:rPr>
              <a:t>Ekspirasi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880"/>
              </a:lnSpc>
              <a:spcBef>
                <a:spcPts val="100"/>
              </a:spcBef>
            </a:pPr>
            <a:r>
              <a:rPr dirty="0" spc="-280">
                <a:solidFill>
                  <a:srgbClr val="4F4F4F"/>
                </a:solidFill>
              </a:rPr>
              <a:t>Reğulasi</a:t>
            </a:r>
            <a:r>
              <a:rPr dirty="0" spc="-20">
                <a:solidFill>
                  <a:srgbClr val="4F4F4F"/>
                </a:solidFill>
              </a:rPr>
              <a:t> </a:t>
            </a:r>
            <a:r>
              <a:rPr dirty="0" spc="-100"/>
              <a:t>pernapasan</a:t>
            </a:r>
            <a:r>
              <a:rPr dirty="0" spc="150"/>
              <a:t> </a:t>
            </a:r>
            <a:r>
              <a:rPr dirty="0">
                <a:solidFill>
                  <a:srgbClr val="4B4B4B"/>
                </a:solidFill>
              </a:rPr>
              <a:t>terdiri</a:t>
            </a:r>
            <a:r>
              <a:rPr dirty="0" spc="-135">
                <a:solidFill>
                  <a:srgbClr val="4B4B4B"/>
                </a:solidFill>
              </a:rPr>
              <a:t> </a:t>
            </a:r>
            <a:r>
              <a:rPr dirty="0" spc="-90"/>
              <a:t>dari”üaa</a:t>
            </a:r>
            <a:r>
              <a:rPr dirty="0" spc="55"/>
              <a:t> </a:t>
            </a:r>
            <a:r>
              <a:rPr dirty="0" spc="-10">
                <a:solidFill>
                  <a:srgbClr val="3F3F3F"/>
                </a:solidFill>
              </a:rPr>
              <a:t>tipe:.</a:t>
            </a:r>
          </a:p>
          <a:p>
            <a:pPr marL="308610" marR="3409315">
              <a:lnSpc>
                <a:spcPts val="2300"/>
              </a:lnSpc>
              <a:spcBef>
                <a:spcPts val="80"/>
              </a:spcBef>
            </a:pPr>
            <a:r>
              <a:rPr dirty="0" sz="2100" spc="-114">
                <a:solidFill>
                  <a:srgbClr val="0C445D"/>
                </a:solidFill>
              </a:rPr>
              <a:t>Regulasi</a:t>
            </a:r>
            <a:r>
              <a:rPr dirty="0" sz="2100" spc="-5">
                <a:solidFill>
                  <a:srgbClr val="0C445D"/>
                </a:solidFill>
              </a:rPr>
              <a:t> </a:t>
            </a:r>
            <a:r>
              <a:rPr dirty="0" sz="2100" spc="-10">
                <a:solidFill>
                  <a:srgbClr val="428395"/>
                </a:solidFill>
              </a:rPr>
              <a:t>Neural </a:t>
            </a:r>
            <a:r>
              <a:rPr dirty="0" sz="2100" spc="-110">
                <a:solidFill>
                  <a:srgbClr val="114960"/>
                </a:solidFill>
              </a:rPr>
              <a:t>Regulasi</a:t>
            </a:r>
            <a:r>
              <a:rPr dirty="0" sz="2100" spc="10">
                <a:solidFill>
                  <a:srgbClr val="114960"/>
                </a:solidFill>
              </a:rPr>
              <a:t> </a:t>
            </a:r>
            <a:r>
              <a:rPr dirty="0" sz="2100" spc="-110">
                <a:solidFill>
                  <a:srgbClr val="003B52"/>
                </a:solidFill>
              </a:rPr>
              <a:t>Chemical</a:t>
            </a:r>
            <a:endParaRPr sz="2100"/>
          </a:p>
        </p:txBody>
      </p:sp>
      <p:sp>
        <p:nvSpPr>
          <p:cNvPr id="3" name="object 3" descr=""/>
          <p:cNvSpPr txBox="1"/>
          <p:nvPr/>
        </p:nvSpPr>
        <p:spPr>
          <a:xfrm>
            <a:off x="6898514" y="780785"/>
            <a:ext cx="134620" cy="41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50">
                <a:solidFill>
                  <a:srgbClr val="87DBFD"/>
                </a:solidFill>
                <a:latin typeface="Arial MT"/>
                <a:cs typeface="Arial MT"/>
              </a:rPr>
              <a:t>-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02600" cy="4559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02600" cy="4559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2184400"/>
            <a:ext cx="393700" cy="9271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700" y="76200"/>
            <a:ext cx="622300" cy="254000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8800" y="3263900"/>
            <a:ext cx="5346700" cy="72390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80000" y="2641600"/>
            <a:ext cx="88900" cy="533400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44800" y="2565400"/>
            <a:ext cx="444500" cy="546100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28800" y="1930400"/>
            <a:ext cx="5346700" cy="5334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87400" y="622300"/>
            <a:ext cx="5295900" cy="45720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38900" y="622300"/>
            <a:ext cx="685800" cy="4572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700" y="127000"/>
            <a:ext cx="1295400" cy="81280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68300" y="2070100"/>
            <a:ext cx="1282700" cy="2032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108700" y="622300"/>
            <a:ext cx="304800" cy="190500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2021185" y="3100387"/>
            <a:ext cx="181737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900" spc="-55">
                <a:solidFill>
                  <a:srgbClr val="F6CF90"/>
                </a:solidFill>
                <a:latin typeface="Arial MT"/>
                <a:cs typeface="Arial MT"/>
              </a:rPr>
              <a:t>................ııııııııııııııı................¥$</a:t>
            </a:r>
            <a:r>
              <a:rPr dirty="0" sz="900" spc="185">
                <a:solidFill>
                  <a:srgbClr val="F6CF90"/>
                </a:solidFill>
                <a:latin typeface="Arial MT"/>
                <a:cs typeface="Arial MT"/>
              </a:rPr>
              <a:t>  </a:t>
            </a:r>
            <a:r>
              <a:rPr dirty="0" sz="900" spc="-60">
                <a:solidFill>
                  <a:srgbClr val="EFCD95"/>
                </a:solidFill>
                <a:latin typeface="Arial MT"/>
                <a:cs typeface="Arial MT"/>
              </a:rPr>
              <a:t>.../.Û.*°°°-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235537" y="3100387"/>
            <a:ext cx="949960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27965" algn="l"/>
              </a:tabLst>
            </a:pPr>
            <a:r>
              <a:rPr dirty="0" sz="900" spc="-50">
                <a:solidFill>
                  <a:srgbClr val="F6D193"/>
                </a:solidFill>
                <a:latin typeface="Arial MT"/>
                <a:cs typeface="Arial MT"/>
              </a:rPr>
              <a:t>Ü</a:t>
            </a:r>
            <a:r>
              <a:rPr dirty="0" sz="900">
                <a:solidFill>
                  <a:srgbClr val="F6D193"/>
                </a:solidFill>
                <a:latin typeface="Arial MT"/>
                <a:cs typeface="Arial MT"/>
              </a:rPr>
              <a:t>	</a:t>
            </a:r>
            <a:r>
              <a:rPr dirty="0" sz="900">
                <a:solidFill>
                  <a:srgbClr val="F6D393"/>
                </a:solidFill>
                <a:latin typeface="Arial MT"/>
                <a:cs typeface="Arial MT"/>
              </a:rPr>
              <a:t>•</a:t>
            </a:r>
            <a:r>
              <a:rPr dirty="0" sz="900" spc="145">
                <a:solidFill>
                  <a:srgbClr val="F6D393"/>
                </a:solidFill>
                <a:latin typeface="Arial MT"/>
                <a:cs typeface="Arial MT"/>
              </a:rPr>
              <a:t> </a:t>
            </a:r>
            <a:r>
              <a:rPr dirty="0" sz="900">
                <a:solidFill>
                  <a:srgbClr val="F4CA8A"/>
                </a:solidFill>
                <a:latin typeface="Arial MT"/>
                <a:cs typeface="Arial MT"/>
              </a:rPr>
              <a:t>*’</a:t>
            </a:r>
            <a:r>
              <a:rPr dirty="0" sz="900" spc="135">
                <a:solidFill>
                  <a:srgbClr val="F4CA8A"/>
                </a:solidFill>
                <a:latin typeface="Arial MT"/>
                <a:cs typeface="Arial MT"/>
              </a:rPr>
              <a:t>  </a:t>
            </a:r>
            <a:r>
              <a:rPr dirty="0" sz="900">
                <a:solidFill>
                  <a:srgbClr val="F4CA8A"/>
                </a:solidFill>
                <a:latin typeface="Arial MT"/>
                <a:cs typeface="Arial MT"/>
              </a:rPr>
              <a:t>-Wıııııı</a:t>
            </a:r>
            <a:r>
              <a:rPr dirty="0" sz="900" spc="320">
                <a:solidFill>
                  <a:srgbClr val="F4CA8A"/>
                </a:solidFill>
                <a:latin typeface="Arial MT"/>
                <a:cs typeface="Arial MT"/>
              </a:rPr>
              <a:t> </a:t>
            </a:r>
            <a:r>
              <a:rPr dirty="0" sz="900" spc="-50">
                <a:solidFill>
                  <a:srgbClr val="EBCFA0"/>
                </a:solidFill>
                <a:latin typeface="Arial MT"/>
                <a:cs typeface="Arial MT"/>
              </a:rPr>
              <a:t>•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336825" y="3100387"/>
            <a:ext cx="54419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232410" algn="l"/>
              </a:tabLst>
            </a:pPr>
            <a:r>
              <a:rPr dirty="0" sz="900" spc="-50">
                <a:solidFill>
                  <a:srgbClr val="E8BC79"/>
                </a:solidFill>
                <a:latin typeface="Arial MT"/>
                <a:cs typeface="Arial MT"/>
              </a:rPr>
              <a:t>’</a:t>
            </a:r>
            <a:r>
              <a:rPr dirty="0" sz="900">
                <a:solidFill>
                  <a:srgbClr val="E8BC79"/>
                </a:solidFill>
                <a:latin typeface="Arial MT"/>
                <a:cs typeface="Arial MT"/>
              </a:rPr>
              <a:t>	</a:t>
            </a:r>
            <a:r>
              <a:rPr dirty="0" sz="900">
                <a:solidFill>
                  <a:srgbClr val="F7CC85"/>
                </a:solidFill>
                <a:latin typeface="Arial MT"/>
                <a:cs typeface="Arial MT"/>
              </a:rPr>
              <a:t>"*</a:t>
            </a:r>
            <a:r>
              <a:rPr dirty="0" sz="900" spc="45">
                <a:solidFill>
                  <a:srgbClr val="F7CC85"/>
                </a:solidFill>
                <a:latin typeface="Arial MT"/>
                <a:cs typeface="Arial MT"/>
              </a:rPr>
              <a:t> </a:t>
            </a:r>
            <a:r>
              <a:rPr dirty="0" sz="900" spc="-20">
                <a:solidFill>
                  <a:srgbClr val="F7CF8E"/>
                </a:solidFill>
                <a:latin typeface="Arial MT"/>
                <a:cs typeface="Arial MT"/>
              </a:rPr>
              <a:t>°°°-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291583" y="3100387"/>
            <a:ext cx="892175" cy="1682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39725" algn="l"/>
              </a:tabLst>
            </a:pPr>
            <a:r>
              <a:rPr dirty="0" sz="900" spc="40">
                <a:solidFill>
                  <a:srgbClr val="F6D193"/>
                </a:solidFill>
                <a:latin typeface="Arial MT"/>
                <a:cs typeface="Arial MT"/>
              </a:rPr>
              <a:t>uî’'</a:t>
            </a:r>
            <a:r>
              <a:rPr dirty="0" sz="900">
                <a:solidFill>
                  <a:srgbClr val="F6D193"/>
                </a:solidFill>
                <a:latin typeface="Arial MT"/>
                <a:cs typeface="Arial MT"/>
              </a:rPr>
              <a:t>	</a:t>
            </a:r>
            <a:r>
              <a:rPr dirty="0" sz="900" spc="-30">
                <a:solidFill>
                  <a:srgbClr val="F0CD93"/>
                </a:solidFill>
                <a:latin typeface="Arial MT"/>
                <a:cs typeface="Arial MT"/>
              </a:rPr>
              <a:t>!!!:::::::""—</a:t>
            </a:r>
            <a:r>
              <a:rPr dirty="0" sz="900" spc="-25">
                <a:solidFill>
                  <a:srgbClr val="F0CD93"/>
                </a:solidFill>
                <a:latin typeface="Arial MT"/>
                <a:cs typeface="Arial MT"/>
              </a:rPr>
              <a:t>lı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16148" y="3192727"/>
            <a:ext cx="1371600" cy="25590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00" spc="-175">
                <a:solidFill>
                  <a:srgbClr val="313131"/>
                </a:solidFill>
                <a:latin typeface="Arial MT"/>
                <a:cs typeface="Arial MT"/>
              </a:rPr>
              <a:t>Kemoeseptoı</a:t>
            </a:r>
            <a:r>
              <a:rPr dirty="0" sz="1500" spc="-3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dirty="0" sz="1500" spc="-190">
                <a:solidFill>
                  <a:srgbClr val="2A2A2A"/>
                </a:solidFill>
                <a:latin typeface="Arial MT"/>
                <a:cs typeface="Arial MT"/>
              </a:rPr>
              <a:t>Penfer</a:t>
            </a:r>
            <a:endParaRPr sz="15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02600" cy="4559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102600" cy="4559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800100"/>
            <a:ext cx="6705600" cy="307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8500" y="2336800"/>
            <a:ext cx="1270000" cy="711200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4900" y="1409700"/>
            <a:ext cx="457200" cy="190500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3708400" y="1052512"/>
            <a:ext cx="346075" cy="0"/>
          </a:xfrm>
          <a:custGeom>
            <a:avLst/>
            <a:gdLst/>
            <a:ahLst/>
            <a:cxnLst/>
            <a:rect l="l" t="t" r="r" b="b"/>
            <a:pathLst>
              <a:path w="346075" h="0">
                <a:moveTo>
                  <a:pt x="0" y="0"/>
                </a:moveTo>
                <a:lnTo>
                  <a:pt x="346075" y="0"/>
                </a:lnTo>
              </a:path>
            </a:pathLst>
          </a:custGeom>
          <a:ln w="28575">
            <a:solidFill>
              <a:srgbClr val="7C645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2577800" y="1057804"/>
            <a:ext cx="1177290" cy="6762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dirty="0" sz="4250">
                <a:solidFill>
                  <a:srgbClr val="462A1C"/>
                </a:solidFill>
                <a:latin typeface="Times New Roman"/>
                <a:cs typeface="Times New Roman"/>
              </a:rPr>
              <a:t>.</a:t>
            </a:r>
            <a:r>
              <a:rPr dirty="0" sz="4250" spc="70">
                <a:solidFill>
                  <a:srgbClr val="462A1C"/>
                </a:solidFill>
                <a:latin typeface="Times New Roman"/>
                <a:cs typeface="Times New Roman"/>
              </a:rPr>
              <a:t> </a:t>
            </a:r>
            <a:r>
              <a:rPr dirty="0" sz="4250" spc="-85">
                <a:solidFill>
                  <a:srgbClr val="8E6952"/>
                </a:solidFill>
                <a:latin typeface="Times New Roman"/>
                <a:cs typeface="Times New Roman"/>
              </a:rPr>
              <a:t>.</a:t>
            </a:r>
            <a:r>
              <a:rPr dirty="0" sz="4250" spc="-345">
                <a:solidFill>
                  <a:srgbClr val="8E6952"/>
                </a:solidFill>
                <a:latin typeface="Times New Roman"/>
                <a:cs typeface="Times New Roman"/>
              </a:rPr>
              <a:t> </a:t>
            </a:r>
            <a:r>
              <a:rPr dirty="0" sz="4250" spc="5">
                <a:solidFill>
                  <a:srgbClr val="131313"/>
                </a:solidFill>
                <a:latin typeface="Times New Roman"/>
                <a:cs typeface="Times New Roman"/>
              </a:rPr>
              <a:t>.i</a:t>
            </a:r>
            <a:r>
              <a:rPr dirty="0" sz="4250" spc="-560">
                <a:solidFill>
                  <a:srgbClr val="131313"/>
                </a:solidFill>
                <a:latin typeface="Times New Roman"/>
                <a:cs typeface="Times New Roman"/>
              </a:rPr>
              <a:t>n</a:t>
            </a:r>
            <a:r>
              <a:rPr dirty="0" baseline="18954" sz="6375" spc="7">
                <a:solidFill>
                  <a:srgbClr val="70492A"/>
                </a:solidFill>
                <a:latin typeface="Times New Roman"/>
                <a:cs typeface="Times New Roman"/>
              </a:rPr>
              <a:t>i</a:t>
            </a:r>
            <a:endParaRPr baseline="18954" sz="6375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614049" y="873654"/>
            <a:ext cx="115570" cy="6762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250" spc="-50">
                <a:solidFill>
                  <a:srgbClr val="6E462D"/>
                </a:solidFill>
                <a:latin typeface="Times New Roman"/>
                <a:cs typeface="Times New Roman"/>
              </a:rPr>
              <a:t>'</a:t>
            </a:r>
            <a:endParaRPr sz="425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307675" y="2283354"/>
            <a:ext cx="3122295" cy="6762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903730" algn="l"/>
              </a:tabLst>
            </a:pPr>
            <a:r>
              <a:rPr dirty="0" sz="4250" spc="-10">
                <a:latin typeface="Times New Roman"/>
                <a:cs typeface="Times New Roman"/>
              </a:rPr>
              <a:t>Terimn</a:t>
            </a:r>
            <a:r>
              <a:rPr dirty="0" sz="4250">
                <a:latin typeface="Times New Roman"/>
                <a:cs typeface="Times New Roman"/>
              </a:rPr>
              <a:t>	</a:t>
            </a:r>
            <a:r>
              <a:rPr dirty="0" sz="4250" spc="-10">
                <a:latin typeface="Times New Roman"/>
                <a:cs typeface="Times New Roman"/>
              </a:rPr>
              <a:t>knaih</a:t>
            </a:r>
            <a:endParaRPr sz="4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slidesaver.app_gfurky</dc:title>
  <dcterms:created xsi:type="dcterms:W3CDTF">2025-09-18T10:18:17Z</dcterms:created>
  <dcterms:modified xsi:type="dcterms:W3CDTF">2025-09-18T10:18:17Z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2025-09-18T00:00:00Z</vt:filetime>
  </property>
  <property fmtid="{D5CDD505-2E9C-101B-9397-08002B2CF9AE}" pid="3" name="LastSaved">
    <vt:filetime>2025-09-18T00:00:00Z</vt:filetime>
  </property>
</Properties>
</file>